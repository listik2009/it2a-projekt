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367DE3-01A1-474B-AB5B-7F9128BBBE18}" v="6" dt="2026-06-10T09:05:56.375"/>
    <p1510:client id="{706D17DC-324F-40A1-80A8-63B4441D290F}" v="4" dt="2026-06-09T19:05:51.395"/>
    <p1510:client id="{B37D5A88-C171-F0A7-7DA5-91B382BB25CD}" v="11" dt="2026-06-10T06:12:50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E79736-E2AB-43D1-8583-AEE8AAD1277D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8607A1F-90BC-474D-B1FF-7592AAFF5EC1}">
      <dgm:prSet/>
      <dgm:spPr/>
      <dgm:t>
        <a:bodyPr/>
        <a:lstStyle/>
        <a:p>
          <a:r>
            <a:rPr lang="cs-CZ" b="1"/>
            <a:t>Práce s wpf</a:t>
          </a:r>
          <a:endParaRPr lang="en-US"/>
        </a:p>
      </dgm:t>
    </dgm:pt>
    <dgm:pt modelId="{2031EA5A-E30D-456E-81A2-1AFCAF346A39}" type="parTrans" cxnId="{4B759AA4-259D-4466-9A6F-C9635E7DB317}">
      <dgm:prSet/>
      <dgm:spPr/>
      <dgm:t>
        <a:bodyPr/>
        <a:lstStyle/>
        <a:p>
          <a:endParaRPr lang="en-US"/>
        </a:p>
      </dgm:t>
    </dgm:pt>
    <dgm:pt modelId="{143F86EB-025D-4915-9977-E4EF2FF20372}" type="sibTrans" cxnId="{4B759AA4-259D-4466-9A6F-C9635E7DB317}">
      <dgm:prSet/>
      <dgm:spPr/>
      <dgm:t>
        <a:bodyPr/>
        <a:lstStyle/>
        <a:p>
          <a:endParaRPr lang="en-US"/>
        </a:p>
      </dgm:t>
    </dgm:pt>
    <dgm:pt modelId="{7E7B459B-CBFC-460A-8666-F72C40F7C74A}">
      <dgm:prSet/>
      <dgm:spPr/>
      <dgm:t>
        <a:bodyPr/>
        <a:lstStyle/>
        <a:p>
          <a:r>
            <a:rPr lang="cs-CZ" b="1"/>
            <a:t>Náročná</a:t>
          </a:r>
          <a:endParaRPr lang="en-US"/>
        </a:p>
      </dgm:t>
    </dgm:pt>
    <dgm:pt modelId="{0318866C-AC2A-4C53-9695-C2A2D339AA45}" type="parTrans" cxnId="{B54EDA3D-3E4D-45CE-BC49-BB1E95E9299A}">
      <dgm:prSet/>
      <dgm:spPr/>
      <dgm:t>
        <a:bodyPr/>
        <a:lstStyle/>
        <a:p>
          <a:endParaRPr lang="en-US"/>
        </a:p>
      </dgm:t>
    </dgm:pt>
    <dgm:pt modelId="{48630FB2-D84C-4F73-A5EC-7E6CB7249C2D}" type="sibTrans" cxnId="{B54EDA3D-3E4D-45CE-BC49-BB1E95E9299A}">
      <dgm:prSet/>
      <dgm:spPr/>
      <dgm:t>
        <a:bodyPr/>
        <a:lstStyle/>
        <a:p>
          <a:endParaRPr lang="en-US"/>
        </a:p>
      </dgm:t>
    </dgm:pt>
    <dgm:pt modelId="{2CBEB49D-2C28-43BC-8B7C-E290B73DD776}">
      <dgm:prSet/>
      <dgm:spPr/>
      <dgm:t>
        <a:bodyPr/>
        <a:lstStyle/>
        <a:p>
          <a:r>
            <a:rPr lang="cs-CZ" b="1"/>
            <a:t>Práce – ve škole a doma</a:t>
          </a:r>
          <a:endParaRPr lang="en-US"/>
        </a:p>
      </dgm:t>
    </dgm:pt>
    <dgm:pt modelId="{1E7F8648-3EB1-4D45-A68E-C136FF6DE4CB}" type="parTrans" cxnId="{03977E87-C492-4235-896D-F8494D5BF280}">
      <dgm:prSet/>
      <dgm:spPr/>
      <dgm:t>
        <a:bodyPr/>
        <a:lstStyle/>
        <a:p>
          <a:endParaRPr lang="en-US"/>
        </a:p>
      </dgm:t>
    </dgm:pt>
    <dgm:pt modelId="{40B92A37-597F-40D0-A43D-45028443C350}" type="sibTrans" cxnId="{03977E87-C492-4235-896D-F8494D5BF280}">
      <dgm:prSet/>
      <dgm:spPr/>
      <dgm:t>
        <a:bodyPr/>
        <a:lstStyle/>
        <a:p>
          <a:endParaRPr lang="en-US"/>
        </a:p>
      </dgm:t>
    </dgm:pt>
    <dgm:pt modelId="{F74981D1-6EF5-4A9B-AD57-4A2239F099AF}" type="pres">
      <dgm:prSet presAssocID="{F4E79736-E2AB-43D1-8583-AEE8AAD1277D}" presName="Name0" presStyleCnt="0">
        <dgm:presLayoutVars>
          <dgm:dir/>
          <dgm:animLvl val="lvl"/>
          <dgm:resizeHandles val="exact"/>
        </dgm:presLayoutVars>
      </dgm:prSet>
      <dgm:spPr/>
    </dgm:pt>
    <dgm:pt modelId="{A71A7A3C-1ACF-40E9-B723-9CD50F260088}" type="pres">
      <dgm:prSet presAssocID="{D8607A1F-90BC-474D-B1FF-7592AAFF5EC1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0561FF5-9180-4DB9-BB69-1B805AB9FAE6}" type="pres">
      <dgm:prSet presAssocID="{143F86EB-025D-4915-9977-E4EF2FF20372}" presName="parTxOnlySpace" presStyleCnt="0"/>
      <dgm:spPr/>
    </dgm:pt>
    <dgm:pt modelId="{02A15659-C718-4C0A-B93A-68327B658F3F}" type="pres">
      <dgm:prSet presAssocID="{7E7B459B-CBFC-460A-8666-F72C40F7C74A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DB7D144-2D02-4058-B814-52961682898F}" type="pres">
      <dgm:prSet presAssocID="{48630FB2-D84C-4F73-A5EC-7E6CB7249C2D}" presName="parTxOnlySpace" presStyleCnt="0"/>
      <dgm:spPr/>
    </dgm:pt>
    <dgm:pt modelId="{63199E8F-6477-4945-9F94-493201A9369E}" type="pres">
      <dgm:prSet presAssocID="{2CBEB49D-2C28-43BC-8B7C-E290B73DD776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54EDA3D-3E4D-45CE-BC49-BB1E95E9299A}" srcId="{F4E79736-E2AB-43D1-8583-AEE8AAD1277D}" destId="{7E7B459B-CBFC-460A-8666-F72C40F7C74A}" srcOrd="1" destOrd="0" parTransId="{0318866C-AC2A-4C53-9695-C2A2D339AA45}" sibTransId="{48630FB2-D84C-4F73-A5EC-7E6CB7249C2D}"/>
    <dgm:cxn modelId="{03977E87-C492-4235-896D-F8494D5BF280}" srcId="{F4E79736-E2AB-43D1-8583-AEE8AAD1277D}" destId="{2CBEB49D-2C28-43BC-8B7C-E290B73DD776}" srcOrd="2" destOrd="0" parTransId="{1E7F8648-3EB1-4D45-A68E-C136FF6DE4CB}" sibTransId="{40B92A37-597F-40D0-A43D-45028443C350}"/>
    <dgm:cxn modelId="{4B759AA4-259D-4466-9A6F-C9635E7DB317}" srcId="{F4E79736-E2AB-43D1-8583-AEE8AAD1277D}" destId="{D8607A1F-90BC-474D-B1FF-7592AAFF5EC1}" srcOrd="0" destOrd="0" parTransId="{2031EA5A-E30D-456E-81A2-1AFCAF346A39}" sibTransId="{143F86EB-025D-4915-9977-E4EF2FF20372}"/>
    <dgm:cxn modelId="{C1516BB3-52D9-44B6-AA99-3C8D7705CE96}" type="presOf" srcId="{F4E79736-E2AB-43D1-8583-AEE8AAD1277D}" destId="{F74981D1-6EF5-4A9B-AD57-4A2239F099AF}" srcOrd="0" destOrd="0" presId="urn:microsoft.com/office/officeart/2005/8/layout/chevron1"/>
    <dgm:cxn modelId="{118B14C4-BB8D-4CC8-BF6A-584E87A2A5ED}" type="presOf" srcId="{7E7B459B-CBFC-460A-8666-F72C40F7C74A}" destId="{02A15659-C718-4C0A-B93A-68327B658F3F}" srcOrd="0" destOrd="0" presId="urn:microsoft.com/office/officeart/2005/8/layout/chevron1"/>
    <dgm:cxn modelId="{2B3A32D0-0128-4811-A190-168258D0F1C3}" type="presOf" srcId="{D8607A1F-90BC-474D-B1FF-7592AAFF5EC1}" destId="{A71A7A3C-1ACF-40E9-B723-9CD50F260088}" srcOrd="0" destOrd="0" presId="urn:microsoft.com/office/officeart/2005/8/layout/chevron1"/>
    <dgm:cxn modelId="{7B1ECBDA-DB3E-47C0-9D57-E7FC777C3DC3}" type="presOf" srcId="{2CBEB49D-2C28-43BC-8B7C-E290B73DD776}" destId="{63199E8F-6477-4945-9F94-493201A9369E}" srcOrd="0" destOrd="0" presId="urn:microsoft.com/office/officeart/2005/8/layout/chevron1"/>
    <dgm:cxn modelId="{CC5F8141-A51C-4529-B408-3CCB7A63265E}" type="presParOf" srcId="{F74981D1-6EF5-4A9B-AD57-4A2239F099AF}" destId="{A71A7A3C-1ACF-40E9-B723-9CD50F260088}" srcOrd="0" destOrd="0" presId="urn:microsoft.com/office/officeart/2005/8/layout/chevron1"/>
    <dgm:cxn modelId="{F71A193A-4918-45C9-964B-CE1276CA9150}" type="presParOf" srcId="{F74981D1-6EF5-4A9B-AD57-4A2239F099AF}" destId="{40561FF5-9180-4DB9-BB69-1B805AB9FAE6}" srcOrd="1" destOrd="0" presId="urn:microsoft.com/office/officeart/2005/8/layout/chevron1"/>
    <dgm:cxn modelId="{6D10D110-6565-430B-AE19-37ADD030F284}" type="presParOf" srcId="{F74981D1-6EF5-4A9B-AD57-4A2239F099AF}" destId="{02A15659-C718-4C0A-B93A-68327B658F3F}" srcOrd="2" destOrd="0" presId="urn:microsoft.com/office/officeart/2005/8/layout/chevron1"/>
    <dgm:cxn modelId="{771B3096-60FA-40F6-8943-C0C9B7D47368}" type="presParOf" srcId="{F74981D1-6EF5-4A9B-AD57-4A2239F099AF}" destId="{3DB7D144-2D02-4058-B814-52961682898F}" srcOrd="3" destOrd="0" presId="urn:microsoft.com/office/officeart/2005/8/layout/chevron1"/>
    <dgm:cxn modelId="{476365ED-11F5-4D80-85DF-2FB3AD77BE5F}" type="presParOf" srcId="{F74981D1-6EF5-4A9B-AD57-4A2239F099AF}" destId="{63199E8F-6477-4945-9F94-493201A9369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1A7A3C-1ACF-40E9-B723-9CD50F260088}">
      <dsp:nvSpPr>
        <dsp:cNvPr id="0" name=""/>
        <dsp:cNvSpPr/>
      </dsp:nvSpPr>
      <dsp:spPr>
        <a:xfrm>
          <a:off x="3080" y="1223763"/>
          <a:ext cx="3753370" cy="150134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1" kern="1200"/>
            <a:t>Práce s wpf</a:t>
          </a:r>
          <a:endParaRPr lang="en-US" sz="3300" kern="1200"/>
        </a:p>
      </dsp:txBody>
      <dsp:txXfrm>
        <a:off x="753754" y="1223763"/>
        <a:ext cx="2252022" cy="1501348"/>
      </dsp:txXfrm>
    </dsp:sp>
    <dsp:sp modelId="{02A15659-C718-4C0A-B93A-68327B658F3F}">
      <dsp:nvSpPr>
        <dsp:cNvPr id="0" name=""/>
        <dsp:cNvSpPr/>
      </dsp:nvSpPr>
      <dsp:spPr>
        <a:xfrm>
          <a:off x="3381114" y="1223763"/>
          <a:ext cx="3753370" cy="1501348"/>
        </a:xfrm>
        <a:prstGeom prst="chevron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1" kern="1200"/>
            <a:t>Náročná</a:t>
          </a:r>
          <a:endParaRPr lang="en-US" sz="3300" kern="1200"/>
        </a:p>
      </dsp:txBody>
      <dsp:txXfrm>
        <a:off x="4131788" y="1223763"/>
        <a:ext cx="2252022" cy="1501348"/>
      </dsp:txXfrm>
    </dsp:sp>
    <dsp:sp modelId="{63199E8F-6477-4945-9F94-493201A9369E}">
      <dsp:nvSpPr>
        <dsp:cNvPr id="0" name=""/>
        <dsp:cNvSpPr/>
      </dsp:nvSpPr>
      <dsp:spPr>
        <a:xfrm>
          <a:off x="6759148" y="1223763"/>
          <a:ext cx="3753370" cy="1501348"/>
        </a:xfrm>
        <a:prstGeom prst="chevron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17" tIns="44006" rIns="44006" bIns="4400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300" b="1" kern="1200"/>
            <a:t>Práce – ve škole a doma</a:t>
          </a:r>
          <a:endParaRPr lang="en-US" sz="3300" kern="1200"/>
        </a:p>
      </dsp:txBody>
      <dsp:txXfrm>
        <a:off x="7509822" y="1223763"/>
        <a:ext cx="2252022" cy="1501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4F6A5-ED32-41AC-84D7-1EA779706E11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1258B-4184-4478-9DC2-8372BA9F7CE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936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1258B-4184-4478-9DC2-8372BA9F7CEF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175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520B5C-C71D-7A8D-6BF1-01599558F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9D8561C-FAEA-23F6-ABD3-B09274860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EBA254B-9516-9360-23C9-8B45BA5E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81CC918-924D-5F87-00B3-E5DEF5E30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5E4F3F-6F8D-261E-D1BD-407A9A55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1768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9F3E53-8FE7-876F-9674-540C965FC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E813CE-0E5B-F5F2-71B5-56F2ECF2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8CB8A47-74BD-210C-9EBB-73741B132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409158A-B161-F8BF-CFE0-660A67C4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68E71A-9ADC-342D-1989-9F4EE744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484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495137-B5A4-30EA-8B5F-470D5636C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52C594F-A813-A852-9FE4-E38CE9E3B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B89476F-6A8C-92E7-50C1-2F8B32A9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B4F2BF5-F064-E342-8A28-D48E3EF6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66CDBC2-2080-0192-A260-447DEF7F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451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55C2A8-54F6-B770-141E-9233006A7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58020A-CA6D-7DBA-9C35-181E4D59A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D65EC45-DDE0-2186-F2DE-EC547788E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C4F044F-4D8E-6E67-414A-7FF3C1632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93AAFAC-BCE3-7186-D703-95F2FBEC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60F6676-43BC-985A-B67A-A07C41D4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729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A9A4D2-4B2E-9417-651D-66CE4F67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6FC254F-624D-46B3-ECCC-031ED71C3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BD1D118-1A20-90E6-0575-A28B0C610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F8A028C-878B-BA91-BE5A-56E145845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E3CCCDA-4BCE-1157-1FE3-39491EA58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D383810-4C2F-96BF-9D57-55F56F80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BC5E996-E9D1-7343-6230-5822C0BD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71083888-C0E4-09AC-7D4C-CCC32DF8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165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1F209D-11BB-164C-5D80-F96E723E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62E13EA-9F58-6D5A-53DC-C7088A28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32A6008-0AE7-00A1-AB3E-EBCD8D25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6400FC1-0B91-E931-BBAF-8F061B74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8753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886698E-2F52-B9C3-10D4-04BDBCF6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C3607A6-FA87-D3EB-C585-7D828B795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347810C-E58E-1CCF-03FD-422AF642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680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71554B-9A4F-8BAA-DE43-3BFC59BE6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B509D0-F828-0F0A-9847-5CC43ED9F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2150235-F58E-42AF-0DF4-239202A81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CF8431D-38AA-471A-793D-F2C72AC2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5BDA71B-FC1B-BBCD-4D36-EA5BBBC0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B503833-E7C6-C062-1CB4-C12D6524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751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ADEFAA-5712-DA2F-BA86-A11C7A75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C28DC6D-3A05-4764-972B-51961B37E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1C36E77-BAD4-95C5-CAD4-55EA6AFD5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3C264A7-3988-1B50-56EA-D87FCB834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814A606-2A52-C3A9-3CB0-3E10B751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EB039-C4F8-9BDC-406A-5733CBB6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718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D7F54A-1C2B-674B-C77D-80E4601E7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0A815D1-65C4-A6B7-E1F1-FA67BC2E5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E74D295-9BE0-9F87-37B6-2D0E030B2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BD288A0-17CB-93DA-B310-61A31CC8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5EDBA3C-CD19-B08B-7EA8-47826DE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727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C01A9E4-857F-A585-AF73-AF97643A6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E849F20-3BF2-93C2-DF69-E99187B26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9540544-3E99-300E-DFD3-61B69AC3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11273D-EAA9-3451-6A23-B24D170D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23B66FC-5943-4FBC-27C9-E9DC126A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378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F9E9B7D-481E-A904-AE2C-010CBDB97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0D304BF-FAC4-E4A2-FB2C-E594A349E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FE127A8-7C62-7B74-FB2A-F3F7553FA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2B780-8286-4334-8569-85A87A2F0C0B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35E0EDF-2B6B-00C5-6EB8-1D5A8374E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37A80CB-D468-A1CB-28BA-A4F062CDC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1B4EE-CFE9-4257-878B-5D795CF3BC3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331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2F339A1F-C18A-F194-9E21-4D37FC2E9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955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9BC27BC-FC39-4D2C-F9C3-4CA138C93B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Útěk z lesa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8112FCF-526C-B4DB-9B44-79A4E13B27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Tomáš Bui IT2A</a:t>
            </a:r>
          </a:p>
        </p:txBody>
      </p:sp>
    </p:spTree>
    <p:extLst>
      <p:ext uri="{BB962C8B-B14F-4D97-AF65-F5344CB8AC3E}">
        <p14:creationId xmlns:p14="http://schemas.microsoft.com/office/powerpoint/2010/main" val="3361207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EC6AEEE-1339-064B-A34E-F5F117A1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/>
              <a:t>Hra</a:t>
            </a:r>
          </a:p>
        </p:txBody>
      </p:sp>
      <p:sp>
        <p:nvSpPr>
          <p:cNvPr id="103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20CAC9-0358-CA4F-6987-5A0CAF440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cs-CZ" sz="2200" b="1" dirty="0"/>
              <a:t>Útěk z lesa</a:t>
            </a:r>
          </a:p>
          <a:p>
            <a:r>
              <a:rPr lang="cs-CZ" sz="2200" b="1" dirty="0" err="1"/>
              <a:t>Klikací</a:t>
            </a:r>
            <a:r>
              <a:rPr lang="cs-CZ" sz="2200" b="1" dirty="0"/>
              <a:t> objekty</a:t>
            </a:r>
          </a:p>
          <a:p>
            <a:r>
              <a:rPr lang="cs-CZ" sz="2200" b="1" dirty="0"/>
              <a:t>4 scény</a:t>
            </a:r>
          </a:p>
          <a:p>
            <a:r>
              <a:rPr lang="cs-CZ" sz="2200" b="1" dirty="0"/>
              <a:t>Rychle </a:t>
            </a:r>
            <a:r>
              <a:rPr lang="cs-CZ" sz="2200" b="1" dirty="0" err="1"/>
              <a:t>utíc</a:t>
            </a:r>
            <a:r>
              <a:rPr lang="cs-CZ" sz="2200" b="1" dirty="0"/>
              <a:t> než se vybije baterka</a:t>
            </a:r>
          </a:p>
          <a:p>
            <a:pPr marL="0" indent="0">
              <a:buNone/>
            </a:pPr>
            <a:endParaRPr lang="cs-CZ" sz="2200" dirty="0"/>
          </a:p>
        </p:txBody>
      </p:sp>
      <p:pic>
        <p:nvPicPr>
          <p:cNvPr id="1026" name="Picture 2" descr="Visual Studio - Wikipedia">
            <a:extLst>
              <a:ext uri="{FF2B5EF4-FFF2-40B4-BE49-F238E27FC236}">
                <a16:creationId xmlns:a16="http://schemas.microsoft.com/office/drawing/2014/main" id="{62E62549-7371-9F17-B787-20CA068C2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270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611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2927F1B-B3D2-B67A-DDAD-CB9977FA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/>
              <a:t>Práce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81A8F3-1193-4669-6936-FD4DC7BDB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200" b="1" dirty="0"/>
              <a:t>Vymyšlená hra</a:t>
            </a:r>
          </a:p>
          <a:p>
            <a:r>
              <a:rPr lang="cs-CZ" sz="2200" b="1" dirty="0"/>
              <a:t>Jazyk: C# (WPF)</a:t>
            </a:r>
          </a:p>
          <a:p>
            <a:r>
              <a:rPr lang="cs-CZ" sz="2200" b="1" dirty="0"/>
              <a:t>Obrázky: </a:t>
            </a:r>
            <a:r>
              <a:rPr lang="cs-CZ" sz="2200" b="1" dirty="0" err="1"/>
              <a:t>Gemini</a:t>
            </a:r>
            <a:endParaRPr lang="cs-CZ" sz="2200" b="1" dirty="0"/>
          </a:p>
          <a:p>
            <a:r>
              <a:rPr lang="cs-CZ" sz="2200" b="1" dirty="0"/>
              <a:t>Práce s pomocí AI</a:t>
            </a:r>
          </a:p>
          <a:p>
            <a:pPr marL="0" indent="0">
              <a:buNone/>
            </a:pPr>
            <a:endParaRPr lang="cs-CZ" sz="2200" dirty="0"/>
          </a:p>
          <a:p>
            <a:endParaRPr lang="cs-CZ" sz="2200" dirty="0"/>
          </a:p>
        </p:txBody>
      </p:sp>
    </p:spTree>
    <p:extLst>
      <p:ext uri="{BB962C8B-B14F-4D97-AF65-F5344CB8AC3E}">
        <p14:creationId xmlns:p14="http://schemas.microsoft.com/office/powerpoint/2010/main" val="477715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A7953C5-782F-C317-7E86-D618694E3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sz="5400"/>
              <a:t>Závěr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Zástupný obsah 2">
            <a:extLst>
              <a:ext uri="{FF2B5EF4-FFF2-40B4-BE49-F238E27FC236}">
                <a16:creationId xmlns:a16="http://schemas.microsoft.com/office/drawing/2014/main" id="{C862B1D4-A768-F555-90B4-E55BBC7641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154197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6593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02c98dc-d26e-489c-b5c8-fa2bc1ae77c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1F8C513D868C468A8803BC1941EBC3" ma:contentTypeVersion="10" ma:contentTypeDescription="Vytvoří nový dokument" ma:contentTypeScope="" ma:versionID="0f76dfdefe4d60a0888835029884cab5">
  <xsd:schema xmlns:xsd="http://www.w3.org/2001/XMLSchema" xmlns:xs="http://www.w3.org/2001/XMLSchema" xmlns:p="http://schemas.microsoft.com/office/2006/metadata/properties" xmlns:ns3="c02c98dc-d26e-489c-b5c8-fa2bc1ae77c6" targetNamespace="http://schemas.microsoft.com/office/2006/metadata/properties" ma:root="true" ma:fieldsID="0c3ad67de6134aff2b307e60278cd316" ns3:_="">
    <xsd:import namespace="c02c98dc-d26e-489c-b5c8-fa2bc1ae77c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2c98dc-d26e-489c-b5c8-fa2bc1ae77c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DE2AC5-4FA9-4883-90E9-0D731BE0FD25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c02c98dc-d26e-489c-b5c8-fa2bc1ae77c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077222F-C505-477E-AE87-0A2529598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4924C6-BCFC-4727-909D-30B29A0DDD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2c98dc-d26e-489c-b5c8-fa2bc1ae77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49</Words>
  <Application>Microsoft Office PowerPoint</Application>
  <PresentationFormat>Širokoúhlá obrazovka</PresentationFormat>
  <Paragraphs>17</Paragraphs>
  <Slides>4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Motiv Office</vt:lpstr>
      <vt:lpstr>Útěk z lesa</vt:lpstr>
      <vt:lpstr>Hra</vt:lpstr>
      <vt:lpstr>Práce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Viet Tiep Bui</dc:creator>
  <cp:lastModifiedBy>Le Viet Tiep Bui</cp:lastModifiedBy>
  <cp:revision>6</cp:revision>
  <dcterms:created xsi:type="dcterms:W3CDTF">2026-06-09T18:24:23Z</dcterms:created>
  <dcterms:modified xsi:type="dcterms:W3CDTF">2026-06-10T10:05:02Z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0x010100531F8C513D868C468A8803BC1941EBC3</vt:lpwstr>
  </property>
</Properties>
</file>